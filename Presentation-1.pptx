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EV Charging Demand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Load Management | Internship Capstone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Simultaneous EV charging can increase peak electricity demand.</a:t>
            </a:r>
          </a:p>
          <a:p>
            <a:pPr>
              <a:defRPr sz="2200"/>
            </a:pPr>
            <a:r>
              <a:t>Forecast hourly charging energy using historical patterns.</a:t>
            </a:r>
          </a:p>
          <a:p>
            <a:pPr>
              <a:defRPr sz="2200"/>
            </a:pPr>
            <a:r>
              <a:t>Demonstrate capacity-aware shifting of flexible demand.</a:t>
            </a:r>
          </a:p>
          <a:p>
            <a:pPr>
              <a:defRPr sz="2200"/>
            </a:pPr>
            <a:r>
              <a:t>Visualize demand, forecasts, and schedule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2,400 simulated sessions across 180 days; 12 simulated stations.</a:t>
            </a:r>
          </a:p>
          <a:p>
            <a:pPr>
              <a:defRPr sz="2200"/>
            </a:pPr>
            <a:r>
              <a:t>Session fields: timestamps, duration, charger power, energy, station, temperature, tariff.</a:t>
            </a:r>
          </a:p>
          <a:p>
            <a:pPr>
              <a:defRPr sz="2200"/>
            </a:pPr>
            <a:r>
              <a:t>Hourly features: hour, weekday, month, weekend, lag-1, lag-24 and rolling demand.</a:t>
            </a:r>
          </a:p>
          <a:p>
            <a:pPr>
              <a:defRPr sz="2200"/>
            </a:pPr>
            <a:r>
              <a:t>Important: synthetic data are for demonstration, not real-world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Session data → cleaning → hourly aggregation</a:t>
            </a:r>
          </a:p>
          <a:p>
            <a:pPr>
              <a:defRPr sz="2200"/>
            </a:pPr>
            <a:r>
              <a:t>Feature engineering → Random Forest regression</a:t>
            </a:r>
          </a:p>
          <a:p>
            <a:pPr>
              <a:defRPr sz="2200"/>
            </a:pPr>
            <a:r>
              <a:t>Forecast evaluation: MAE, RMSE and R²</a:t>
            </a:r>
          </a:p>
          <a:p>
            <a:pPr>
              <a:defRPr sz="2200"/>
            </a:pPr>
            <a:r>
              <a:t>Capacity-aware scheduler → Streamlit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Random Forest Regressor: 160 trees, depth 12.</a:t>
            </a:r>
          </a:p>
          <a:p>
            <a:pPr>
              <a:defRPr sz="2200"/>
            </a:pPr>
            <a:r>
              <a:t>Chronological split: first 80% train, final 20% test.</a:t>
            </a:r>
          </a:p>
          <a:p>
            <a:pPr>
              <a:defRPr sz="2200"/>
            </a:pPr>
            <a:r>
              <a:t>Holdout metrics on simulated data: MAE 6.41 kWh; RMSE 10.17 kWh; R² 0.236.</a:t>
            </a:r>
          </a:p>
          <a:p>
            <a:pPr>
              <a:defRPr sz="2200"/>
            </a:pPr>
            <a:r>
              <a:t>Future work: compare Gradient Boosting and seasonal baselines.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Choose an hourly capacity limit.</a:t>
            </a:r>
          </a:p>
          <a:p>
            <a:pPr>
              <a:defRPr sz="2200"/>
            </a:pPr>
            <a:r>
              <a:t>Cap excess demand and shift aggregate energy to later hours with spare capacity.</a:t>
            </a:r>
          </a:p>
          <a:p>
            <a:pPr>
              <a:defRPr sz="2200"/>
            </a:pPr>
            <a:r>
              <a:t>Compare original peak with scheduled peak and report unallocated energy.</a:t>
            </a:r>
          </a:p>
          <a:p>
            <a:pPr>
              <a:defRPr sz="2200"/>
            </a:pPr>
            <a:r>
              <a:t>Full system must enforce vehicle deadlines, energy needs, and charger 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Demand overview: session count, energy, station count, hourly trend.</a:t>
            </a:r>
          </a:p>
          <a:p>
            <a:pPr>
              <a:defRPr sz="2200"/>
            </a:pPr>
            <a:r>
              <a:t>Forecast model: actual versus predicted demand.</a:t>
            </a:r>
          </a:p>
          <a:p>
            <a:pPr>
              <a:defRPr sz="2200"/>
            </a:pPr>
            <a:r>
              <a:t>Load scheduling: capacity slider and before/after profile.</a:t>
            </a:r>
          </a:p>
          <a:p>
            <a:pPr>
              <a:defRPr sz="2200"/>
            </a:pPr>
            <a:r>
              <a:t>Run with: python src/train_model.py; streamlit run app.py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Prototype completes the end-to-end forecasting and visualization workflow.</a:t>
            </a:r>
          </a:p>
          <a:p>
            <a:pPr>
              <a:defRPr sz="2200"/>
            </a:pPr>
            <a:r>
              <a:t>Use real, documented charging-session data for trustworthy evaluation.</a:t>
            </a:r>
          </a:p>
          <a:p>
            <a:pPr>
              <a:defRPr sz="2200"/>
            </a:pPr>
            <a:r>
              <a:t>Upgrade to vehicle-level optimization with PuLP or OR-Tools.</a:t>
            </a:r>
          </a:p>
          <a:p>
            <a:pPr>
              <a:defRPr sz="2200"/>
            </a:pPr>
            <a:r>
              <a:t>Add tariff, weather, holidays, charger occupancy and live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